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0F172A"/>
                </a:solidFill>
                <a:latin typeface="Aptos Display"/>
              </a:defRPr>
            </a:pPr>
            <a:r>
              <a:t>AI-DRIVEN SECURITY</a:t>
            </a:r>
            <a:br/>
            <a:r>
              <a:t>OPERATIONS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92608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ptos"/>
              </a:defRPr>
            </a:pPr>
            <a:r>
              <a:t>An integrated SIEM, AI analysis, security monitoring and automated response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840480"/>
            <a:ext cx="19659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GRADUATION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What Is a SOC?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A Security Operations Center continuously monitors an organization’s security activity.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It collects security information from different sources and identifies suspicious events.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It connects related events into incidents for investigation and handling.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Its goal is to detect threats early, understand risk, and support an appropriate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The 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Modern environments generate large amounts of security data.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Security events come from multiple tools and are not always connected automatically.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Analysts need to correlate evidence, assess risk, investigate incidents and decide what should happen next.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As data grows, monitoring and investigation can become slower and more difficult.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37744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ONE INTEGRATED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Security</a:t>
            </a:r>
            <a:br/>
            <a:r>
              <a:t>Monitoring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811779"/>
            <a:ext cx="438912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99232" y="233172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Centralized</a:t>
            </a:r>
            <a:br/>
            <a:r>
              <a:t>SIEM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8032" y="2811779"/>
            <a:ext cx="438912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66944" y="233172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AI SOC</a:t>
            </a:r>
            <a:br/>
            <a:r>
              <a:t>Engineer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95744" y="2811779"/>
            <a:ext cx="438912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34656" y="233172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Risk &amp;</a:t>
            </a:r>
            <a:br/>
            <a:r>
              <a:t>Incident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63456" y="2811779"/>
            <a:ext cx="438912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802368" y="233172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293B"/>
                </a:solidFill>
                <a:latin typeface="Aptos"/>
              </a:defRPr>
            </a:pPr>
            <a:r>
              <a:t>The system combines security monitoring, centralized data, AI-driven analysis, risk assessment and controlled response in one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The Three Main Areas of the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28803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CYBER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2697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Build the security foundation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Configure SIEM, IDS, EDR and Firewall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Define security data and detection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737360"/>
            <a:ext cx="28803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423160"/>
            <a:ext cx="2697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Build the AI SOC Engineer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Analyze and correlate security data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Assess risk and generate explanations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1737360"/>
            <a:ext cx="28803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COMPUTER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423160"/>
            <a:ext cx="2697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Build backend and database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Integrate all components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Build the desktop SOC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Overall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19659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SECURITY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417320"/>
            <a:ext cx="19659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SECURITY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417320"/>
            <a:ext cx="214884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AI SOC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417320"/>
            <a:ext cx="160020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417320"/>
            <a:ext cx="201168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CS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Logs</a:t>
            </a:r>
            <a:br/>
            <a:r>
              <a:t>Network</a:t>
            </a:r>
            <a:br/>
            <a:r>
              <a:t>Endpoints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720340"/>
            <a:ext cx="411481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22402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SIEM • IDS</a:t>
            </a:r>
            <a:br/>
            <a:r>
              <a:t>EDR • TI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63440" y="2720340"/>
            <a:ext cx="41148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22402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Correlation</a:t>
            </a:r>
            <a:br/>
            <a:r>
              <a:t>Risk • Explain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720340"/>
            <a:ext cx="411479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22402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SOAR</a:t>
            </a:r>
            <a:br/>
            <a:r>
              <a:t>Policy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2720340"/>
            <a:ext cx="41148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22402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Firewall / EDR</a:t>
            </a:r>
            <a:br/>
            <a:r>
              <a:t>Backend /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293B"/>
                </a:solidFill>
                <a:latin typeface="Aptos"/>
              </a:defRPr>
            </a:pPr>
            <a:r>
              <a:t>Security data → centralized security layer → AI interpretation → controlled response → integrated application and audit trail.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Input → Process →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33375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28803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Authentication &amp; system logs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Network events and traffic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IDS / EDR / Firewall events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Threat intelligence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71600"/>
            <a:ext cx="33375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28803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317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Collect and normalize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Detect and correlate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Enrich and analyze with AI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Assess risk and select response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371600"/>
            <a:ext cx="33375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0" y="1645920"/>
            <a:ext cx="28803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331720"/>
            <a:ext cx="2697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Prioritized alerts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Correlated incidents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Risk and severity assessment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AI explanation and recommendations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Response status and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Step 1 — Build the Cyber Security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SIEM: centralizes, normalizes, stores and searches security events.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IDS: monitors network activity and identifies suspicious patterns.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EDR: monitors endpoint activity and security events.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Firewall: controls network traffic and provides enforcement capability.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Threat Intelligence: adds additional context to security indicators and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Step 2 — Security Data Handoff to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6596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Security</a:t>
            </a:r>
            <a:br/>
            <a:r>
              <a:t>Sources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63240" y="2446020"/>
            <a:ext cx="5029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566160" y="196596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Collect &amp;</a:t>
            </a:r>
            <a:br/>
            <a:r>
              <a:t>Normalize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0" y="2446020"/>
            <a:ext cx="5029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0" y="196596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Structured</a:t>
            </a:r>
            <a:br/>
            <a:r>
              <a:t>Security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66760" y="2446020"/>
            <a:ext cx="5029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869680" y="196596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AI SOC</a:t>
            </a:r>
            <a:br/>
            <a:r>
              <a:t>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2412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293B"/>
                </a:solidFill>
                <a:latin typeface="Aptos"/>
              </a:defRPr>
            </a:pPr>
            <a:r>
              <a:t>Security and AI teams use a clear data contract. The AI receives consistent, structured security information for reliable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Step 3 — AI SOC Engineer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574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Classify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03120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331720" y="20574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Correlate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60520" y="20574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Investigate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720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89320" y="20574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Assess Risk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0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818120" y="20574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Explain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18320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46920" y="20574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0332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1E293B"/>
                </a:solidFill>
                <a:latin typeface="Aptos"/>
              </a:defRPr>
            </a:pPr>
            <a:r>
              <a:t>The AI acts as an analysis layer that helps the SOC understand events, connect evidence, assess importance, explain findings and recommend an appropriate response.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Step 4 — Threat Intelligence &amp; Behavior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Threat Intelligence enriches security events with additional context.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UEBA builds an understanding of normal behavior and highlights meaningful deviations.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Both capabilities improve the quality of AI analysis and prioritization.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They provide context beyond isolated security alerts.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Step 5 — Incident &amp; Risk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0574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Related</a:t>
            </a:r>
            <a:br/>
            <a:r>
              <a:t>Alerts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0" y="2537460"/>
            <a:ext cx="32004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880360" y="20574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Correlation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79" y="2537460"/>
            <a:ext cx="32004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74920" y="20574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Incident</a:t>
            </a:r>
            <a:br/>
            <a:r>
              <a:t>Timeline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49440" y="2537460"/>
            <a:ext cx="320039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69479" y="20574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Risk</a:t>
            </a:r>
            <a:br/>
            <a:r>
              <a:t>Assessment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2537460"/>
            <a:ext cx="32004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64040" y="20574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32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1E293B"/>
                </a:solidFill>
                <a:latin typeface="Aptos"/>
              </a:defRPr>
            </a:pPr>
            <a:r>
              <a:t>Related events are organized into incidents, with evidence and context preserved for investigation, prioritization and auditing.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Step 6 — Automated Response / SOAR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Detection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39" y="2491740"/>
            <a:ext cx="411481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017520" y="20116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AI Assessment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92040" y="2491740"/>
            <a:ext cx="41148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303520" y="20116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Response</a:t>
            </a:r>
            <a:br/>
            <a:r>
              <a:t>Policy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78040" y="2491740"/>
            <a:ext cx="411479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0" y="20116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Approved</a:t>
            </a:r>
            <a:br/>
            <a:r>
              <a:t>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64040" y="2491740"/>
            <a:ext cx="41148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75520" y="201168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293B"/>
                </a:solidFill>
                <a:latin typeface="Aptos"/>
              </a:defRPr>
            </a:pPr>
            <a:r>
              <a:t>Automation is policy-driven and auditable. Response depends on assessed risk and approved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Step 7 — Firewall &amp; Enforcement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10312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AI / Risk</a:t>
            </a:r>
            <a:br/>
            <a:r>
              <a:t>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46120" y="2583179"/>
            <a:ext cx="5943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840480" y="210312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Response</a:t>
            </a:r>
            <a:br/>
            <a:r>
              <a:t>Engine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89320" y="2583179"/>
            <a:ext cx="5943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0" y="210312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Firewall / EDR</a:t>
            </a:r>
            <a:br/>
            <a:r>
              <a:t>Enforcement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32520" y="2583179"/>
            <a:ext cx="5943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326880" y="210312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Event</a:t>
            </a:r>
            <a:br/>
            <a:r>
              <a:t>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1E293B"/>
                </a:solidFill>
                <a:latin typeface="Aptos"/>
              </a:defRPr>
            </a:pPr>
            <a:r>
              <a:t>The enforcement layer connects security analysis to controlled action while keeping an auditable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Step 8 — Computer Science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" y="201168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Security &amp; AI</a:t>
            </a:r>
            <a:br/>
            <a:r>
              <a:t>Services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108960" y="2491740"/>
            <a:ext cx="5029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11879" y="201168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Backend /</a:t>
            </a:r>
            <a:br/>
            <a:r>
              <a:t>APIs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79" y="2491740"/>
            <a:ext cx="5029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172200" y="201168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0" y="2491740"/>
            <a:ext cx="5029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732519" y="201168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Aptos"/>
              </a:defRPr>
            </a:pPr>
            <a:r>
              <a:t>Desktop SOC</a:t>
            </a:r>
            <a:br/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CS connects the components into one usable application.</a:t>
            </a:r>
          </a:p>
          <a:p>
            <a:pPr>
              <a:spcAft>
                <a:spcPts val="11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• The platform stores logs, alerts, incidents, evidence, risk results and response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Final Extension — Hardware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19456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OPTIONAL FINAL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A physical security component can be added after the software platform is stable.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It can act as a network sensor, local telemetry collector or edge monitoring component.</a:t>
            </a:r>
          </a:p>
          <a:p>
            <a:pPr>
              <a:spcAft>
                <a:spcPts val="11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Hardware is an extension of the platform, not a dependency for the core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Complete 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ptos"/>
              </a:defRPr>
            </a:pPr>
            <a:r>
              <a:t>Logical system progression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170992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176479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50876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035808" y="170992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176479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Security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50876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76088" y="170992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76479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Data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50876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16368" y="170992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176479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AI SOC Engineer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150876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56648" y="170992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0152" y="176479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TI + UEBA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" y="385876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91363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Incident &amp;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6576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35808" y="385876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91363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Automated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36576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76088" y="385876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9592" y="391363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Firewall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6576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16368" y="385876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391363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CS Platform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3657600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56648" y="3858768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0152" y="3913632"/>
            <a:ext cx="10241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Integration + Hardware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60320" y="1988819"/>
            <a:ext cx="365759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00600" y="1988819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40880" y="1988819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281160" y="1988819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567928" y="2468880"/>
            <a:ext cx="0" cy="118872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20040" y="4457700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60320" y="4457700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00600" y="4457700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040880" y="4457700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Final System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5740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COLLECT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011680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40280" y="205740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77639" y="205740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CORRELATE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14999" y="205740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ANALYZE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52360" y="205740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ASSESS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89720" y="205740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RESPOND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98480" y="2537460"/>
            <a:ext cx="2286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27080" y="205740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3327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F172A"/>
                </a:solidFill>
                <a:latin typeface="Aptos"/>
              </a:defRPr>
            </a:pPr>
            <a:r>
              <a:t>The complete system turns security data into actionable, explainable and auditable security operations.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  <a:latin typeface="Aptos Display"/>
              </a:defRPr>
            </a:pPr>
            <a:r>
              <a:t>What We Aim to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An integrated SOC platform for centralized security monitoring.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 structured security data pipeline connecting security tools to AI.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An AI SOC Engineer for correlation, risk assessment, investigation support and explanation.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Incident management, automated response and controlled enforcement.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 desktop platform for alerts, incidents, analysis, response status and reports.</a:t>
            </a:r>
          </a:p>
          <a:p>
            <a:pPr>
              <a:spcAft>
                <a:spcPts val="11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t>• An optional hardware extension as the final stage.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0F172A"/>
                </a:solidFill>
                <a:latin typeface="Aptos Display"/>
              </a:defRPr>
            </a:pPr>
            <a:r>
              <a:t>FROM SECURITY MONITORING</a:t>
            </a:r>
            <a:br/>
            <a:r>
              <a:t>TO AI-ASSISTED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4612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75569"/>
                </a:solidFill>
                <a:latin typeface="Aptos"/>
              </a:defRPr>
            </a:pPr>
            <a:r>
              <a:t>One integrated workflow: Collect → Detect → Analyze → Respond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0" y="4251960"/>
            <a:ext cx="2560320" cy="38404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AI-DRIVEN SOC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